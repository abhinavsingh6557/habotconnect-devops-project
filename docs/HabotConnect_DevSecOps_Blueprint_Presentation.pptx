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7B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f64acf0-2fe9-452b-9137-0ef5e81798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4c82df5-3133-431c-925f-108a68f654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447"/>
            <a:ext cx="12191695" cy="5863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603caa0-8715-47fb-8403-1ba57362ee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810"/>
            <a:ext cx="12191695" cy="5866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debef04-305a-44d6-bc2c-6d4da3807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82"/>
            <a:ext cx="12191695" cy="6622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ff66a9b-d39c-43a7-aa7e-132fab8943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496"/>
            <a:ext cx="12191695" cy="60710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893ad8d-ad05-41da-bd5b-c2fff88829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184"/>
            <a:ext cx="12191695" cy="6125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76d20c6-7b78-46ea-814e-4c3f6a7af3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553"/>
            <a:ext cx="12191694" cy="60808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4a26aa7-6996-4ac0-afa6-dda14085b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960"/>
            <a:ext cx="12191695" cy="59960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f47aa62-b9dd-4bf2-b191-9d4a314412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474"/>
            <a:ext cx="12191694" cy="60310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bca2a58-13a7-4c4f-b6f0-e1cd7d1d8e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914"/>
            <a:ext cx="12191695" cy="59561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f8f8915-b82c-4bca-85ce-28b9b79e16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1069"/>
            <a:ext cx="12191695" cy="60758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3C900D-F219-AAC3-41EE-7FB041F3E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7" y="509047"/>
            <a:ext cx="12154586" cy="585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C43A07-CA64-A464-A63D-AD85369E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4" y="301658"/>
            <a:ext cx="12179536" cy="626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365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194637f-2a09-4ebe-a6fa-eadc821bbc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401"/>
            <a:ext cx="12191695" cy="60411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4fbae50-8bae-4dc0-8540-a5b22950f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725"/>
            <a:ext cx="12191695" cy="592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26F204-0CFF-76C9-13C9-854DC2DA606D}"/>
              </a:ext>
            </a:extLst>
          </p:cNvPr>
          <p:cNvSpPr txBox="1"/>
          <p:nvPr/>
        </p:nvSpPr>
        <p:spPr>
          <a:xfrm>
            <a:off x="6400801" y="6346725"/>
            <a:ext cx="5646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87B7A"/>
                </a:solidFill>
                <a:latin typeface="Huge"/>
              </a:rPr>
              <a:t>https://github.com/Abhinavsingh6557/HabotConnect-DevOps-Project.git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Huge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abhinav singh</cp:lastModifiedBy>
  <cp:revision>4</cp:revision>
  <dcterms:created xsi:type="dcterms:W3CDTF">2013-01-27T09:14:16Z</dcterms:created>
  <dcterms:modified xsi:type="dcterms:W3CDTF">2026-08-01T17:28:10Z</dcterms:modified>
  <cp:category/>
</cp:coreProperties>
</file>